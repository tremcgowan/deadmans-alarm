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CAB758-14E4-4BE0-B4AA-2A5DCE29A5EF}" v="1" dt="2026-05-01T01:41:42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67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e McGowan" userId="90bd0295d34476ea" providerId="LiveId" clId="{A6E1F0A3-4419-4268-AC5D-E315ADAD548E}"/>
    <pc:docChg chg="modSld">
      <pc:chgData name="Tre McGowan" userId="90bd0295d34476ea" providerId="LiveId" clId="{A6E1F0A3-4419-4268-AC5D-E315ADAD548E}" dt="2026-05-01T01:42:02.419" v="13" actId="1076"/>
      <pc:docMkLst>
        <pc:docMk/>
      </pc:docMkLst>
      <pc:sldChg chg="addSp modSp mod">
        <pc:chgData name="Tre McGowan" userId="90bd0295d34476ea" providerId="LiveId" clId="{A6E1F0A3-4419-4268-AC5D-E315ADAD548E}" dt="2026-05-01T01:42:02.419" v="13" actId="1076"/>
        <pc:sldMkLst>
          <pc:docMk/>
          <pc:sldMk cId="1359386967" sldId="256"/>
        </pc:sldMkLst>
        <pc:spChg chg="add mod">
          <ac:chgData name="Tre McGowan" userId="90bd0295d34476ea" providerId="LiveId" clId="{A6E1F0A3-4419-4268-AC5D-E315ADAD548E}" dt="2026-05-01T01:42:02.419" v="13" actId="1076"/>
          <ac:spMkLst>
            <pc:docMk/>
            <pc:sldMk cId="1359386967" sldId="256"/>
            <ac:spMk id="15" creationId="{5830A31A-1AF1-C08D-6CC8-7FEA2975BC0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8F001-AD22-BA79-7F37-67962DE90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D6FBC8-F389-0994-8760-6B4594B77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78396-72AE-E0A3-EE24-F647BA96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1D5B-47CF-487A-BC9E-E2456D9CAF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9BB9-6D95-151B-F611-4195F182E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EBED4-A175-28A3-9AA6-E6299CCFD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2C04-DE97-4397-A13F-3B1BCC63B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578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20BF-BCB3-3B24-9928-BA8E7D8C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5EF40-57B0-9E15-77C3-70F086F09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375AC-5670-9179-F4EA-D7387FAD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1D5B-47CF-487A-BC9E-E2456D9CAF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62BC1-9991-2505-C501-C5EBA0F7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7E832-11BB-F03A-8672-887471CD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2C04-DE97-4397-A13F-3B1BCC63B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0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8E37-3B7D-B76E-DAF5-386535313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F674B-E4B3-ED61-72AF-DC906F002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02819-125C-5695-1BBB-B1A0792FE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1D5B-47CF-487A-BC9E-E2456D9CAF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2892C-792C-C1AC-B198-EFAE4443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48168-AC9E-A47A-4EEA-81CB4CF0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2C04-DE97-4397-A13F-3B1BCC63B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62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C22F-2A74-3864-623D-179A997E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98BA-0787-BA12-E41B-2CB5E7D9AD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21B44-17B6-EE7C-4CDC-98E99811A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1C5BC-5858-9DAA-AA98-6A9990910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1D5B-47CF-487A-BC9E-E2456D9CAF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AD81C-5673-9317-CC0E-7544BD176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C49BD-88D6-0AA3-8A5F-5FE19958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2C04-DE97-4397-A13F-3B1BCC63B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6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E85F6-C6AE-0C14-B782-91193E0A9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1BB87-82AE-DA13-C6C1-D5D1B8841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8B86E-A53A-9E42-7342-20E226040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9C8182-4187-39D3-E3CD-4E8AC481F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4A383-4B32-7F4A-4656-412EDE1C1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D129B-6833-1387-7573-1D896FCB2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1D5B-47CF-487A-BC9E-E2456D9CAF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0AC0A5-5FA5-A3CF-3E7F-BB292EEC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8B97F5-43C0-F685-64D2-60F41C818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2C04-DE97-4397-A13F-3B1BCC63B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1353-1A82-5AFC-D910-4DF35FCD2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927D1F-CF14-AC9F-D994-913FFEAA1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1D5B-47CF-487A-BC9E-E2456D9CAF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68233-5E86-E8D5-9979-E8C173C6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84667-698A-E465-996A-4DDDB0CC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2C04-DE97-4397-A13F-3B1BCC63B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7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8176D4-3F85-A2CB-600F-7438F453E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1D5B-47CF-487A-BC9E-E2456D9CAF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1CD4E-C7E3-962B-A3E0-50DAFC799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449D3-DBFD-0B27-E06F-76D289CB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2C04-DE97-4397-A13F-3B1BCC63B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82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5462-6E99-8D46-E7C3-F687528E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FBEEF-D8FC-AF3B-C359-844330DE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0B298-DFBD-5E97-77F8-EC1D3BACD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918ED-2957-F548-4535-B7FC7F805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1D5B-47CF-487A-BC9E-E2456D9CAF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DAAE3-CD1C-F238-DEEF-5B05ABA2C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EE1B1-EC84-1347-E8C4-2E33C468A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2C04-DE97-4397-A13F-3B1BCC63B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82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BA6D-AA9B-9915-249C-BACA96FA4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CEEBB-9681-927D-DF5E-9D869B132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5AB36-6E9F-E2C2-1C92-431925452A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23248-C9A8-52E5-050C-2CF87574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1D5B-47CF-487A-BC9E-E2456D9CAF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4AB53-A210-7C9C-95A9-2F7CECD6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ECC53-9143-654C-354C-716CAAD9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2C04-DE97-4397-A13F-3B1BCC63B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83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FB669-9987-1A62-13A2-B4151D098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C65A5-F25A-E086-5348-C38897F94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47F61-8142-6688-BA91-813928E0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1D5B-47CF-487A-BC9E-E2456D9CAF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E6D69-E2D7-6344-A33D-FC290B086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9D87C-9C30-C2CD-9560-29970788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2C04-DE97-4397-A13F-3B1BCC63B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65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65EB7-D0A8-9B37-0976-BBF0B71F3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AE632-1ED6-93B3-DEFD-B27DACBA1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AF93F-9DA8-55F6-E35B-687E5DE7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F1D5B-47CF-487A-BC9E-E2456D9CAF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8309A-230D-5394-F937-EAA0B7AA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0FB9F-42C2-32D7-0C29-A4207BBC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2C04-DE97-4397-A13F-3B1BCC63B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0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C7A0F-E569-D919-9791-29344DFBE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2478C-9965-79E0-EF96-5A698AD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9669E-5513-B118-A9BC-A48D65D0A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F1D5B-47CF-487A-BC9E-E2456D9CAFB1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C31A2-8D1E-4CD4-86CF-59BB0D9F0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2933C-4A83-1668-E736-4311A45CE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12C04-DE97-4397-A13F-3B1BCC63B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0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Image] &quot;Prepare to meet thy God&quot;- Bomb disposal officer at work, Northern  Ireland, 1970 : r/Frisson">
            <a:extLst>
              <a:ext uri="{FF2B5EF4-FFF2-40B4-BE49-F238E27FC236}">
                <a16:creationId xmlns:a16="http://schemas.microsoft.com/office/drawing/2014/main" id="{8BFFF122-0B08-87BA-E4A9-8495B451D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D1FA56-9DF7-4A02-48B1-0793636C6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9192" y="380077"/>
            <a:ext cx="10525387" cy="664492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FFFF00"/>
                </a:solidFill>
              </a:rPr>
              <a:t>DEADMAN’S ALARM RSP GUI FRAMEWORK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E93747-EF47-6719-59CF-550236384D75}"/>
              </a:ext>
            </a:extLst>
          </p:cNvPr>
          <p:cNvSpPr txBox="1"/>
          <p:nvPr/>
        </p:nvSpPr>
        <p:spPr>
          <a:xfrm>
            <a:off x="6097622" y="1587049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127000" dist="88900" dir="5400000" algn="ctr" rotWithShape="0">
                    <a:schemeClr val="tx1"/>
                  </a:outerShdw>
                </a:effectLst>
              </a:rPr>
              <a:t>High-contrast arithmetic modules designed for rapid mental awareness under acoustic stressors.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45AA5-5642-94DC-496F-B9C1F4B3E3BD}"/>
              </a:ext>
            </a:extLst>
          </p:cNvPr>
          <p:cNvSpPr txBox="1"/>
          <p:nvPr/>
        </p:nvSpPr>
        <p:spPr>
          <a:xfrm>
            <a:off x="6097622" y="2736092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127000" dist="88900" dir="5400000" algn="ctr" rotWithShape="0">
                    <a:schemeClr val="tx1"/>
                  </a:outerShdw>
                </a:effectLst>
              </a:rPr>
              <a:t>Real-time volume-to-time mapping with 0-100% saturation indicators across the hazard duration.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63958-2843-4D2C-5CBA-0D8DE2F4B925}"/>
              </a:ext>
            </a:extLst>
          </p:cNvPr>
          <p:cNvSpPr txBox="1"/>
          <p:nvPr/>
        </p:nvSpPr>
        <p:spPr>
          <a:xfrm>
            <a:off x="6096000" y="5831592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127000" dist="88900" dir="5400000" algn="ctr" rotWithShape="0">
                    <a:schemeClr val="tx1"/>
                  </a:outerShdw>
                </a:effectLst>
              </a:rPr>
              <a:t>Escalating validation protocol ensuring the operative remains conscious to prepare for the 'long walk'.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94A2BD-3862-E85F-11A9-D2CC7CB5E175}"/>
              </a:ext>
            </a:extLst>
          </p:cNvPr>
          <p:cNvSpPr txBox="1"/>
          <p:nvPr/>
        </p:nvSpPr>
        <p:spPr>
          <a:xfrm>
            <a:off x="6096000" y="1112982"/>
            <a:ext cx="5009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effectLst>
                  <a:outerShdw blurRad="127000" dist="88900" dir="5400000" algn="ctr" rotWithShape="0">
                    <a:schemeClr val="tx1"/>
                  </a:outerShdw>
                </a:effectLst>
                <a:latin typeface="Stencil" panose="040409050D0802020404" pitchFamily="82" charset="0"/>
              </a:rPr>
              <a:t>01. INTELLIGENT LOGIC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A56975-0B66-B6ED-5DD4-1F9A7D51E1EC}"/>
              </a:ext>
            </a:extLst>
          </p:cNvPr>
          <p:cNvSpPr txBox="1"/>
          <p:nvPr/>
        </p:nvSpPr>
        <p:spPr>
          <a:xfrm>
            <a:off x="6097622" y="230007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effectLst>
                  <a:outerShdw blurRad="127000" dist="88900" dir="5400000" algn="ctr" rotWithShape="0">
                    <a:schemeClr val="tx1"/>
                  </a:outerShdw>
                </a:effectLst>
                <a:latin typeface="Stencil" panose="040409050D0802020404" pitchFamily="82" charset="0"/>
              </a:rPr>
              <a:t>02. REAL-TIME FEEDBACK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D4039-4BDE-ED71-8A49-1C00D81532EF}"/>
              </a:ext>
            </a:extLst>
          </p:cNvPr>
          <p:cNvSpPr txBox="1"/>
          <p:nvPr/>
        </p:nvSpPr>
        <p:spPr>
          <a:xfrm>
            <a:off x="6097622" y="535752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effectLst>
                  <a:outerShdw blurRad="127000" dist="88900" dir="5400000" algn="ctr" rotWithShape="0">
                    <a:schemeClr val="tx1"/>
                  </a:outerShdw>
                </a:effectLst>
                <a:latin typeface="Stencil" panose="040409050D0802020404" pitchFamily="82" charset="0"/>
              </a:rPr>
              <a:t>03. FAIL-SAFE DESIGN </a:t>
            </a:r>
          </a:p>
        </p:txBody>
      </p:sp>
      <p:pic>
        <p:nvPicPr>
          <p:cNvPr id="1026" name="Picture 2" descr="IEDs">
            <a:extLst>
              <a:ext uri="{FF2B5EF4-FFF2-40B4-BE49-F238E27FC236}">
                <a16:creationId xmlns:a16="http://schemas.microsoft.com/office/drawing/2014/main" id="{A702BE92-E7F1-D4F8-49A7-5529B42EA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189" y="3620423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30A31A-1AF1-C08D-6CC8-7FEA2975BC0B}"/>
              </a:ext>
            </a:extLst>
          </p:cNvPr>
          <p:cNvSpPr txBox="1"/>
          <p:nvPr/>
        </p:nvSpPr>
        <p:spPr>
          <a:xfrm>
            <a:off x="1595335" y="1044569"/>
            <a:ext cx="15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Tre McGowan</a:t>
            </a:r>
          </a:p>
        </p:txBody>
      </p:sp>
    </p:spTree>
    <p:extLst>
      <p:ext uri="{BB962C8B-B14F-4D97-AF65-F5344CB8AC3E}">
        <p14:creationId xmlns:p14="http://schemas.microsoft.com/office/powerpoint/2010/main" val="1359386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59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Stencil</vt:lpstr>
      <vt:lpstr>Office Theme</vt:lpstr>
      <vt:lpstr>DEADMAN’S ALARM RSP GUI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 McGowan</dc:creator>
  <cp:lastModifiedBy>Tre McGowan</cp:lastModifiedBy>
  <cp:revision>1</cp:revision>
  <dcterms:created xsi:type="dcterms:W3CDTF">2026-05-01T01:31:20Z</dcterms:created>
  <dcterms:modified xsi:type="dcterms:W3CDTF">2026-05-01T01:42:02Z</dcterms:modified>
</cp:coreProperties>
</file>